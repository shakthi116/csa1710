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31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87048-268E-BA95-2997-A96ABB0AC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25BC3-1A91-5946-3409-21A5A940E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7ADC9-282C-CE66-BD0B-B7BACD312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3C34E-FE20-931D-1FC5-BF96C3812D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28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D255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D2557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051560"/>
            <a:ext cx="1005840" cy="1005840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5" name="Image 0" descr="/home/claude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958" y="12929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146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INTELLIGENT AGENT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Personalized Human–Computer Interaction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271516" y="3977640"/>
            <a:ext cx="1645920" cy="0"/>
          </a:xfrm>
          <a:prstGeom prst="line">
            <a:avLst/>
          </a:prstGeom>
          <a:noFill/>
          <a:ln w="19050">
            <a:solidFill>
              <a:srgbClr val="3A41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1605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Adaptive, Context-Aware Interfaces Through AI-Driven Personalization</a:t>
            </a:r>
            <a:endParaRPr 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AED02F-737C-B4E1-7776-C9ED9BD04D6B}"/>
              </a:ext>
            </a:extLst>
          </p:cNvPr>
          <p:cNvSpPr txBox="1"/>
          <p:nvPr/>
        </p:nvSpPr>
        <p:spPr>
          <a:xfrm>
            <a:off x="9210675" y="5520511"/>
            <a:ext cx="2838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SHAKTHI(192312538)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ECE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6309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users interact with technology across countless apps, devices, and contexts every day — yet most systems still treat every user the same way.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agent that learns individual preferences, habits, and context can make interactions faster, more intuitive, and more satisfying.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explores an AI-powered agent that continuously adapts the human–computer interaction experience to each user.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4681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9C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51937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expect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experiences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7480" y="45720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4681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9C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88920" y="51937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engagement with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interfaces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45720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4681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9C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37760" y="51937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behavior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78040" y="1417320"/>
            <a:ext cx="4480560" cy="4572000"/>
          </a:xfrm>
          <a:prstGeom prst="roundRect">
            <a:avLst>
              <a:gd name="adj" fmla="val 2449"/>
            </a:avLst>
          </a:prstGeom>
          <a:solidFill>
            <a:srgbClr val="141A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915400" y="1874520"/>
            <a:ext cx="1005840" cy="1005840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16" name="Image 0" descr="/home/claude/icons/message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0" y="2125980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6092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⇄ Agent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589520" y="35204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feedback loop where the agent observes, learns, and adapts to every user interaction in real time.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15072" y="4709160"/>
            <a:ext cx="585216" cy="585216"/>
          </a:xfrm>
          <a:prstGeom prst="ellipse">
            <a:avLst/>
          </a:prstGeom>
          <a:solidFill>
            <a:srgbClr val="1D2557"/>
          </a:solidFill>
          <a:ln/>
        </p:spPr>
      </p:sp>
      <p:pic>
        <p:nvPicPr>
          <p:cNvPr id="20" name="Image 1" descr="/home/claude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376" y="4855464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0" y="5349240"/>
            <a:ext cx="121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9125712" y="4709160"/>
            <a:ext cx="585216" cy="585216"/>
          </a:xfrm>
          <a:prstGeom prst="ellipse">
            <a:avLst/>
          </a:prstGeom>
          <a:solidFill>
            <a:srgbClr val="1D2557"/>
          </a:solidFill>
          <a:ln/>
        </p:spPr>
      </p:sp>
      <p:pic>
        <p:nvPicPr>
          <p:cNvPr id="23" name="Image 2" descr="/home/claude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4855464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08720" y="5349240"/>
            <a:ext cx="121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10436352" y="4709160"/>
            <a:ext cx="585216" cy="585216"/>
          </a:xfrm>
          <a:prstGeom prst="ellipse">
            <a:avLst/>
          </a:prstGeom>
          <a:solidFill>
            <a:srgbClr val="1D2557"/>
          </a:solidFill>
          <a:ln/>
        </p:spPr>
      </p:sp>
      <p:pic>
        <p:nvPicPr>
          <p:cNvPr id="26" name="Image 3" descr="/home/claude/icons/refreshC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656" y="4855464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119360" y="5349240"/>
            <a:ext cx="121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human–computer interfaces largely rely on static, one-size-fits-all designs — leading to friction and disengagement.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377440"/>
            <a:ext cx="731520" cy="73152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7" name="Image 0" descr="/home/claude/icons/alert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560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91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Interfaces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379476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layout and responses for every user, regardless of skill level or intent.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47288" y="2057400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0268" y="2377440"/>
            <a:ext cx="731520" cy="73152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2" name="Image 1" descr="/home/claude/icons/alert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148" y="2560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3291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Contextual Awareness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48456" y="379476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ignore situational factors like time, location, or task urgency.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45936" y="2057400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28916" y="2377440"/>
            <a:ext cx="731520" cy="73152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7" name="Image 2" descr="/home/claude/icons/refreshC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1796" y="2560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3096" y="3291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Manual Effort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47104" y="379476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repeat the same settings and preferences across sessions and devices.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244584" y="2057400"/>
            <a:ext cx="2697480" cy="3063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227564" y="2377440"/>
            <a:ext cx="731520" cy="73152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22" name="Image 3" descr="/home/claude/icons/us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0444" y="25603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81744" y="3291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Personalization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445752" y="379476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or shallow user modeling fails to capture evolving preferences.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1D255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68780"/>
            <a:ext cx="640080" cy="640080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6" name="Image 0" descr="/home/claude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288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361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Adaptive Agent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74920" y="1508760"/>
            <a:ext cx="65196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AI agent capable of learning individual user behavior and preferences over 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70048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1D2557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21508"/>
            <a:ext cx="640080" cy="640080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11" name="Image 1" descr="/home/claude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08152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788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User Context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74920" y="2761488"/>
            <a:ext cx="65196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context such as intent, history, device, and environment to personalize responses.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22776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1D2557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74236"/>
            <a:ext cx="640080" cy="640080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16" name="Image 2" descr="/home/claude/icons/sli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33425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416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Dynamic UI Adaptation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074920" y="4014216"/>
            <a:ext cx="65196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interface layout, content, and recommendations based on the learned user model.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175504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1D2557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426964"/>
            <a:ext cx="640080" cy="640080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21" name="Image 3" descr="/home/claude/icons/refreshC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558698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2943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Continuous Learning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74920" y="5266944"/>
            <a:ext cx="65196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real-time feedback loops so the agent improves with every interaction.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" y="210312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9596" y="2377440"/>
            <a:ext cx="731520" cy="73152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6" name="Image 0" descr="/home/claude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6" y="2560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24612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9536" y="3794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text, gesture, touch</a:t>
            </a:r>
            <a:endParaRPr lang="en-US" sz="900" dirty="0"/>
          </a:p>
        </p:txBody>
      </p:sp>
      <p:pic>
        <p:nvPicPr>
          <p:cNvPr id="9" name="Image 1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904" y="309981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62656" y="210312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34156" y="2377440"/>
            <a:ext cx="731520" cy="73152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2" name="Image 2" descr="/home/claud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7036" y="25603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35808" y="324612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054096" y="3794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Behavior, context, history</a:t>
            </a:r>
            <a:endParaRPr lang="en-US" sz="900" dirty="0"/>
          </a:p>
        </p:txBody>
      </p:sp>
      <p:pic>
        <p:nvPicPr>
          <p:cNvPr id="15" name="Image 3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09981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57216" y="210312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0A9C96"/>
          </a:solidFill>
          <a:ln/>
        </p:spPr>
      </p:sp>
      <p:pic>
        <p:nvPicPr>
          <p:cNvPr id="18" name="Image 4" descr="/home/claude/icons/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596" y="25603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30368" y="324612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5248656" y="3794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NLU, modeling, inference</a:t>
            </a:r>
            <a:endParaRPr lang="en-US" sz="900" dirty="0"/>
          </a:p>
        </p:txBody>
      </p:sp>
      <p:pic>
        <p:nvPicPr>
          <p:cNvPr id="21" name="Image 5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309981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51776" y="210312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923276" y="2377440"/>
            <a:ext cx="731520" cy="73152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24" name="Image 6" descr="/home/claude/icons/slid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6156" y="256032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24928" y="324612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26" name="Text 17"/>
          <p:cNvSpPr/>
          <p:nvPr/>
        </p:nvSpPr>
        <p:spPr>
          <a:xfrm>
            <a:off x="7443216" y="3794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rules &amp; ranking</a:t>
            </a:r>
            <a:endParaRPr lang="en-US" sz="900" dirty="0"/>
          </a:p>
        </p:txBody>
      </p:sp>
      <p:pic>
        <p:nvPicPr>
          <p:cNvPr id="27" name="Image 7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3099816"/>
            <a:ext cx="292608" cy="29260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546336" y="210312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117836" y="2377440"/>
            <a:ext cx="731520" cy="73152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30" name="Image 8" descr="/home/claude/icons/messageSqua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0716" y="2560320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619488" y="3246120"/>
            <a:ext cx="1728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50" dirty="0"/>
          </a:p>
        </p:txBody>
      </p:sp>
      <p:sp>
        <p:nvSpPr>
          <p:cNvPr id="32" name="Text 21"/>
          <p:cNvSpPr/>
          <p:nvPr/>
        </p:nvSpPr>
        <p:spPr>
          <a:xfrm>
            <a:off x="9637776" y="3794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output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1042416" y="4892040"/>
            <a:ext cx="10104120" cy="0"/>
          </a:xfrm>
          <a:prstGeom prst="line">
            <a:avLst/>
          </a:prstGeom>
          <a:noFill/>
          <a:ln w="22225">
            <a:solidFill>
              <a:srgbClr val="0A9C96"/>
            </a:solidFill>
            <a:prstDash val="dash"/>
            <a:tailEnd type="triangle"/>
          </a:ln>
        </p:spPr>
      </p:sp>
      <p:sp>
        <p:nvSpPr>
          <p:cNvPr id="34" name="Text 23"/>
          <p:cNvSpPr/>
          <p:nvPr/>
        </p:nvSpPr>
        <p:spPr>
          <a:xfrm>
            <a:off x="768096" y="5029200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A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Loop — the agent refines its user model with every interaction</a:t>
            </a:r>
            <a:endParaRPr lang="en-US" sz="1100" dirty="0"/>
          </a:p>
        </p:txBody>
      </p:sp>
      <p:sp>
        <p:nvSpPr>
          <p:cNvPr id="35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 of the Intelligent Agent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4540"/>
            <a:ext cx="914400" cy="91440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6" name="Image 0" descr="/home/claude/icons/message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631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7335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65960" y="2258568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user intent from speech and text to enable conversational interaction.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34540"/>
            <a:ext cx="914400" cy="91440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1" name="Image 1" descr="/home/claude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2631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67335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Modeling Module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635240" y="2258568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updates a dynamic profile of preferences, habits, and skill level.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57700"/>
            <a:ext cx="914400" cy="91440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6" name="Image 2" descr="/home/claude/icons/trending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6863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09651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965960" y="4681728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content, actions, and suggestions tailored to the current user context.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457700"/>
            <a:ext cx="914400" cy="91440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21" name="Image 3" descr="/home/claude/icons/sli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6863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09651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Interface Controller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635240" y="4681728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Reconfigures layout, tone, and content density to match user needs in real time.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 Techniques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D2557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1874520"/>
            <a:ext cx="768096" cy="768096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6" name="Image 0" descr="/home/claude/icons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20665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clicks, navigation paths, and usage patterns to infer preferences.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50876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D2557"/>
          </a:solidFill>
          <a:ln/>
        </p:spPr>
      </p:sp>
      <p:sp>
        <p:nvSpPr>
          <p:cNvPr id="10" name="Shape 7"/>
          <p:cNvSpPr/>
          <p:nvPr/>
        </p:nvSpPr>
        <p:spPr>
          <a:xfrm>
            <a:off x="4370832" y="1874520"/>
            <a:ext cx="768096" cy="768096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11" name="Image 1" descr="/home/claude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06654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Awareness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11880" y="35661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time, location, and device signals to tailor responses to the situation.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50876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D2557"/>
          </a:solidFill>
          <a:ln/>
        </p:spPr>
      </p:sp>
      <p:sp>
        <p:nvSpPr>
          <p:cNvPr id="15" name="Shape 11"/>
          <p:cNvSpPr/>
          <p:nvPr/>
        </p:nvSpPr>
        <p:spPr>
          <a:xfrm>
            <a:off x="7251192" y="1874520"/>
            <a:ext cx="768096" cy="768096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16" name="Image 2" descr="/home/claud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206654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Learning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92240" y="35661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collaborative and content-based filtering to refine recommendations.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50876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D2557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31552" y="1874520"/>
            <a:ext cx="768096" cy="768096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21" name="Image 3" descr="/home/claude/icons/refreshC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3576" y="206654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Feedback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72600" y="35661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actions that improve satisfaction, reinforcing better agent behavior.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468880" y="2167128"/>
            <a:ext cx="457200" cy="457200"/>
          </a:xfrm>
          <a:prstGeom prst="ellipse">
            <a:avLst/>
          </a:prstGeom>
          <a:solidFill>
            <a:srgbClr val="0A9C96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347472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interaction logs, preferences, and contextual signals from users.</a:t>
            </a:r>
            <a:endParaRPr lang="en-US" sz="1100" dirty="0"/>
          </a:p>
        </p:txBody>
      </p:sp>
      <p:pic>
        <p:nvPicPr>
          <p:cNvPr id="10" name="Image 0" descr="/home/claude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3483864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10712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93592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5330952" y="2167128"/>
            <a:ext cx="457200" cy="457200"/>
          </a:xfrm>
          <a:prstGeom prst="ellipse">
            <a:avLst/>
          </a:prstGeom>
          <a:solidFill>
            <a:srgbClr val="0A9C96"/>
          </a:solidFill>
          <a:ln/>
        </p:spPr>
      </p:sp>
      <p:sp>
        <p:nvSpPr>
          <p:cNvPr id="14" name="Text 11"/>
          <p:cNvSpPr/>
          <p:nvPr/>
        </p:nvSpPr>
        <p:spPr>
          <a:xfrm>
            <a:off x="5330952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11880" y="29260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611880" y="347472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NLU and user-modeling components on collected behavioral data.</a:t>
            </a:r>
            <a:endParaRPr lang="en-US" sz="1100" dirty="0"/>
          </a:p>
        </p:txBody>
      </p:sp>
      <p:pic>
        <p:nvPicPr>
          <p:cNvPr id="17" name="Image 1" descr="/home/claude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483864"/>
            <a:ext cx="256032" cy="25603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72784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55664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8193024" y="2167128"/>
            <a:ext cx="457200" cy="457200"/>
          </a:xfrm>
          <a:prstGeom prst="ellipse">
            <a:avLst/>
          </a:prstGeom>
          <a:solidFill>
            <a:srgbClr val="0A9C96"/>
          </a:solidFill>
          <a:ln/>
        </p:spPr>
      </p:sp>
      <p:sp>
        <p:nvSpPr>
          <p:cNvPr id="21" name="Text 17"/>
          <p:cNvSpPr/>
          <p:nvPr/>
        </p:nvSpPr>
        <p:spPr>
          <a:xfrm>
            <a:off x="8193024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73952" y="29260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Interaction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473952" y="347472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responds and adapts the interface using the learned user model.</a:t>
            </a:r>
            <a:endParaRPr lang="en-US" sz="1100" dirty="0"/>
          </a:p>
        </p:txBody>
      </p:sp>
      <p:pic>
        <p:nvPicPr>
          <p:cNvPr id="24" name="Image 2" descr="/home/claude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3483864"/>
            <a:ext cx="256032" cy="25603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134856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317736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Shape 22"/>
          <p:cNvSpPr/>
          <p:nvPr/>
        </p:nvSpPr>
        <p:spPr>
          <a:xfrm>
            <a:off x="11055096" y="2167128"/>
            <a:ext cx="457200" cy="457200"/>
          </a:xfrm>
          <a:prstGeom prst="ellipse">
            <a:avLst/>
          </a:prstGeom>
          <a:solidFill>
            <a:srgbClr val="0A9C96"/>
          </a:solidFill>
          <a:ln/>
        </p:spPr>
      </p:sp>
      <p:sp>
        <p:nvSpPr>
          <p:cNvPr id="28" name="Text 23"/>
          <p:cNvSpPr/>
          <p:nvPr/>
        </p:nvSpPr>
        <p:spPr>
          <a:xfrm>
            <a:off x="11055096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9336024" y="29260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Refinement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9336024" y="347472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and outcomes are fed back to continuously improve the model.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50492"/>
            <a:ext cx="585216" cy="585216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6" name="Image 0" descr="/home/claude/icons/message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7967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27048"/>
            <a:ext cx="32918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/ NLP 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937760" y="1527048"/>
            <a:ext cx="6611112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for intent detection, entity extraction, and dialogue management.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596896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30068"/>
            <a:ext cx="585216" cy="585216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1" name="Image 1" descr="/home/claude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9763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06624"/>
            <a:ext cx="32918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Layer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37760" y="2706624"/>
            <a:ext cx="6611112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&amp; reinforcement learning models for user modeling and ranking.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76472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09644"/>
            <a:ext cx="585216" cy="585216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6" name="Image 2" descr="/home/claud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15594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86200"/>
            <a:ext cx="32918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 Layer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937760" y="3886200"/>
            <a:ext cx="6611112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profiles, interaction logs, and preference stores for fast retrieval.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956048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189220"/>
            <a:ext cx="585216" cy="585216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21" name="Image 3" descr="/home/claude/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33552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65776"/>
            <a:ext cx="32918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Deployment Layer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937760" y="5065776"/>
            <a:ext cx="6611112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APIs and services delivering real-time personalized responses.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4" name="Shape 2"/>
          <p:cNvSpPr/>
          <p:nvPr/>
        </p:nvSpPr>
        <p:spPr>
          <a:xfrm>
            <a:off x="516636" y="201168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D2557"/>
          </a:solidFill>
          <a:ln/>
        </p:spPr>
      </p:sp>
      <p:sp>
        <p:nvSpPr>
          <p:cNvPr id="5" name="Shape 3"/>
          <p:cNvSpPr/>
          <p:nvPr/>
        </p:nvSpPr>
        <p:spPr>
          <a:xfrm>
            <a:off x="1211580" y="2304288"/>
            <a:ext cx="694944" cy="694944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6" name="Image 0" descr="/home/claude/icons/headph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316" y="24780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6364" y="315468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4652" y="37033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agents that adapt tone and suggestions to the user.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84348" y="201168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D2557"/>
          </a:solidFill>
          <a:ln/>
        </p:spPr>
      </p:sp>
      <p:sp>
        <p:nvSpPr>
          <p:cNvPr id="10" name="Shape 7"/>
          <p:cNvSpPr/>
          <p:nvPr/>
        </p:nvSpPr>
        <p:spPr>
          <a:xfrm>
            <a:off x="3479292" y="2304288"/>
            <a:ext cx="694944" cy="694944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11" name="Image 1" descr="/home/claude/icons/book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028" y="24780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4076" y="315468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Platforms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12364" y="37033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pacing and content based on learner progress.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52060" y="201168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D2557"/>
          </a:solidFill>
          <a:ln/>
        </p:spPr>
      </p:sp>
      <p:sp>
        <p:nvSpPr>
          <p:cNvPr id="15" name="Shape 11"/>
          <p:cNvSpPr/>
          <p:nvPr/>
        </p:nvSpPr>
        <p:spPr>
          <a:xfrm>
            <a:off x="5747004" y="2304288"/>
            <a:ext cx="694944" cy="694944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16" name="Image 2" descr="/home/claude/icons/he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0" y="24780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1788" y="315468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Support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180076" y="37033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patient interfaces tuned to individual needs and literacy.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19772" y="201168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D2557"/>
          </a:solidFill>
          <a:ln/>
        </p:spPr>
      </p:sp>
      <p:sp>
        <p:nvSpPr>
          <p:cNvPr id="20" name="Shape 15"/>
          <p:cNvSpPr/>
          <p:nvPr/>
        </p:nvSpPr>
        <p:spPr>
          <a:xfrm>
            <a:off x="8014716" y="2304288"/>
            <a:ext cx="694944" cy="694944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21" name="Image 3" descr="/home/claude/icons/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452" y="247802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9500" y="315468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Systems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47788" y="37033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that adjust to household routines and preferences.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587484" y="201168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D2557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82428" y="2304288"/>
            <a:ext cx="694944" cy="694944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26" name="Image 4" descr="/home/claude/icons/trending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6164" y="247802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97212" y="315468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715500" y="37033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support that personalizes resolutions and tone.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A9C96"/>
          </a:solidFill>
          <a:ln/>
        </p:spPr>
      </p:sp>
      <p:pic>
        <p:nvPicPr>
          <p:cNvPr id="6" name="Image 0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18608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55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587752"/>
            <a:ext cx="109728" cy="109728"/>
          </a:xfrm>
          <a:prstGeom prst="ellipse">
            <a:avLst/>
          </a:prstGeom>
          <a:solidFill>
            <a:srgbClr val="0A9C96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40487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intuitive interactions tailored to each user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456432"/>
            <a:ext cx="109728" cy="109728"/>
          </a:xfrm>
          <a:prstGeom prst="ellipse">
            <a:avLst/>
          </a:prstGeom>
          <a:solidFill>
            <a:srgbClr val="0A9C96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27355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engagement and user satisfaction over time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325112"/>
            <a:ext cx="109728" cy="109728"/>
          </a:xfrm>
          <a:prstGeom prst="ellipse">
            <a:avLst/>
          </a:prstGeom>
          <a:solidFill>
            <a:srgbClr val="0A9C96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14223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repetitive configuration and manual input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5193792"/>
            <a:ext cx="109728" cy="109728"/>
          </a:xfrm>
          <a:prstGeom prst="ellipse">
            <a:avLst/>
          </a:prstGeom>
          <a:solidFill>
            <a:srgbClr val="0A9C96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0109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personalization across many users automatically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blurRad="127000" dist="381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1" descr="/home/claude/icons/alert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1860804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1755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583680" y="258775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240487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user privacy while collecting behavioral data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345643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327355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bias in learned preferences and recommendations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83680" y="432511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414223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transparency in adaptive decision-making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83680" y="519379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50109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personalization with system performance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D25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051560"/>
            <a:ext cx="822960" cy="54864"/>
          </a:xfrm>
          <a:prstGeom prst="rect">
            <a:avLst/>
          </a:prstGeom>
          <a:solidFill>
            <a:srgbClr val="00D4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3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intelligent agent that learns from user behavior and context can transform static interfaces into responsive, personalized experiences — improving usability, satisfaction, and efficiency across domains.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0936" y="283464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D25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3657600"/>
            <a:ext cx="731520" cy="731520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8" name="Image 0" descr="/home/claude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840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19656" y="31089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Interaction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819656" y="370332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voice, gesture, and gaze for richer personalization.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9976" y="283464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D2557"/>
          </a:solidFill>
          <a:ln/>
        </p:spPr>
      </p:sp>
      <p:sp>
        <p:nvSpPr>
          <p:cNvPr id="12" name="Shape 9"/>
          <p:cNvSpPr/>
          <p:nvPr/>
        </p:nvSpPr>
        <p:spPr>
          <a:xfrm>
            <a:off x="4654296" y="3657600"/>
            <a:ext cx="731520" cy="731520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13" name="Image 1" descr="/home/claude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3840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68696" y="31089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568696" y="370332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models while preserving user data privacy.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29016" y="283464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D2557"/>
          </a:solidFill>
          <a:ln/>
        </p:spPr>
      </p:sp>
      <p:sp>
        <p:nvSpPr>
          <p:cNvPr id="17" name="Shape 13"/>
          <p:cNvSpPr/>
          <p:nvPr/>
        </p:nvSpPr>
        <p:spPr>
          <a:xfrm>
            <a:off x="8403336" y="3657600"/>
            <a:ext cx="731520" cy="731520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18" name="Image 2" descr="/home/claude/icons/trending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3840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17736" y="31089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Continuity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9317736" y="370332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 single adaptive profile seamlessly across devices.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Agent for Personalized HCI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D255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D2557"/>
          </a:solidFill>
          <a:ln/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E68107-E38A-C6E5-DF18-AF1CB7246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24" y="640080"/>
            <a:ext cx="4879975" cy="36461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21F46F-D6A3-6922-DBFA-48BAF4762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74320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EE9A5-A736-7397-C464-DAA62F0D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1A4966-8FC5-9449-0ACD-A0AFDCE5339A}"/>
              </a:ext>
            </a:extLst>
          </p:cNvPr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D2557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0ECA819-0C04-7B17-2BF8-2B4A231D59CA}"/>
              </a:ext>
            </a:extLst>
          </p:cNvPr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D2557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2715A46-92FE-4878-E823-A73ADE4B4BF2}"/>
              </a:ext>
            </a:extLst>
          </p:cNvPr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00D4CC"/>
          </a:solidFill>
          <a:ln/>
        </p:spPr>
      </p:sp>
      <p:pic>
        <p:nvPicPr>
          <p:cNvPr id="5" name="Image 0" descr="/home/claude/icons/send.png">
            <a:extLst>
              <a:ext uri="{FF2B5EF4-FFF2-40B4-BE49-F238E27FC236}">
                <a16:creationId xmlns:a16="http://schemas.microsoft.com/office/drawing/2014/main" id="{8E87F5D2-42C0-06A6-0AEA-2636C2075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2217420"/>
            <a:ext cx="502920" cy="50292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10DFE40-6EED-C6DA-B433-58EA5E2B939B}"/>
              </a:ext>
            </a:extLst>
          </p:cNvPr>
          <p:cNvSpPr/>
          <p:nvPr/>
        </p:nvSpPr>
        <p:spPr>
          <a:xfrm>
            <a:off x="731520" y="3246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B4F82C1-8E4B-0BBE-7CA7-7C34B312978B}"/>
              </a:ext>
            </a:extLst>
          </p:cNvPr>
          <p:cNvSpPr/>
          <p:nvPr/>
        </p:nvSpPr>
        <p:spPr>
          <a:xfrm>
            <a:off x="731520" y="3977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55783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896</Words>
  <Application>Microsoft Office PowerPoint</Application>
  <PresentationFormat>Widescreen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pearlshakthi116@gmail.com</cp:lastModifiedBy>
  <cp:revision>3</cp:revision>
  <dcterms:created xsi:type="dcterms:W3CDTF">2026-08-29T08:07:56Z</dcterms:created>
  <dcterms:modified xsi:type="dcterms:W3CDTF">2026-09-01T07:19:53Z</dcterms:modified>
</cp:coreProperties>
</file>